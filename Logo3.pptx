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ECE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>
        <p:scale>
          <a:sx n="125" d="100"/>
          <a:sy n="125" d="100"/>
        </p:scale>
        <p:origin x="-84" y="-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7CD550-CC07-2C34-1070-237E026A0D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32E52BEA-1232-AEDD-D674-15F68EF2BE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857E9CD-2248-109F-19BB-4FC9F7D35D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AB8722-396E-45C3-A093-33D3DA872A4C}" type="datetimeFigureOut">
              <a:rPr lang="de-DE" smtClean="0"/>
              <a:t>06.04.2026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960C543-4735-3499-88C2-C18B6FA207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DD9A6FC-B4A4-BA02-5CD2-59545C348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41F99-EFF0-4B69-AEF8-9E5E4DDC088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832014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972F6A-CF57-0E97-730B-1F949BAF1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22E6118-77FA-8379-13A1-94D9C23E52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947BC9F-C647-6BB8-BFAB-79FA5A77E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AB8722-396E-45C3-A093-33D3DA872A4C}" type="datetimeFigureOut">
              <a:rPr lang="de-DE" smtClean="0"/>
              <a:t>06.04.2026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8D5C6E5-44CE-787F-5D06-C9E0856647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6DDA7F5-2D42-5B63-E271-3264489CF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41F99-EFF0-4B69-AEF8-9E5E4DDC088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068231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4F50AB-5560-9660-28D9-0E3B8572B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20A8F76-1D02-6177-90C3-D554282696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A6D9B95-A1F2-E3F6-27FA-22906E2EF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AB8722-396E-45C3-A093-33D3DA872A4C}" type="datetimeFigureOut">
              <a:rPr lang="de-DE" smtClean="0"/>
              <a:t>06.04.2026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1FC3F28-1BFA-7033-F851-D71EFC5CCF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4CA6935-1551-F7C3-0E4C-5E64E1C05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41F99-EFF0-4B69-AEF8-9E5E4DDC088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736506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D27A450-0AF0-7AAB-8018-ECDD586A3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42E4DDD-F888-72E4-3B19-7FB7F2C39D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5781139-401F-127A-305A-D2489FEFA0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6AA52DC-1C20-7350-0FBC-62E691C74E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AB8722-396E-45C3-A093-33D3DA872A4C}" type="datetimeFigureOut">
              <a:rPr lang="de-DE" smtClean="0"/>
              <a:t>06.04.2026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C1A0E2C-487B-3931-D39B-DCC7F3D757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8DCA19F-C637-6072-DF28-1F5ACF923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41F99-EFF0-4B69-AEF8-9E5E4DDC088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186261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7C03AD-109F-6F38-7A25-BE90CBD5EC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BBEA46C-B51F-E7DF-1BF0-71EEF7647F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9807F00-49F1-144E-F962-9680C9D6B8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90385DA-B25E-3E86-ADEB-04FFC7FE02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4162259-DAE6-89B7-3096-2217761A55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CCA441AF-ADA9-328F-9237-B592F9851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AB8722-396E-45C3-A093-33D3DA872A4C}" type="datetimeFigureOut">
              <a:rPr lang="de-DE" smtClean="0"/>
              <a:t>06.04.2026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FFB36A3A-8460-E760-BB18-E7F8915AB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0EF0E334-9111-9F20-D707-D0061D16D3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41F99-EFF0-4B69-AEF8-9E5E4DDC088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471694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263631-6CFA-A5CB-71DD-F9C908C0D7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BCC9568-BD57-B031-17B4-267AB6C783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AB8722-396E-45C3-A093-33D3DA872A4C}" type="datetimeFigureOut">
              <a:rPr lang="de-DE" smtClean="0"/>
              <a:t>06.04.2026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7FA38BC-E56D-002D-41E9-C4AD23534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497BB52-9DBA-11CF-3D34-BA8360752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41F99-EFF0-4B69-AEF8-9E5E4DDC088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29587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8155446C-DB04-7E64-1E53-018E59B78A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AB8722-396E-45C3-A093-33D3DA872A4C}" type="datetimeFigureOut">
              <a:rPr lang="de-DE" smtClean="0"/>
              <a:t>06.04.2026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4C5B5E1-CA38-5570-5588-0703C8C05F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DE73551-CA38-FD8C-5B55-41E2901DB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41F99-EFF0-4B69-AEF8-9E5E4DDC088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779022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494F94-6AD8-4523-BEF4-CB10E98EFA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DBE3A06-AF59-55A5-32B5-D2653E760B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ED0980C-9D9D-5D27-626E-601DB93BA2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E676FDF-C548-ED5F-2048-7A9EABF6C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AB8722-396E-45C3-A093-33D3DA872A4C}" type="datetimeFigureOut">
              <a:rPr lang="de-DE" smtClean="0"/>
              <a:t>06.04.2026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4A15DBA-9F17-35F1-CC3E-AE59EDA14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E6268D3-39C5-E86E-2F0C-0555B23AF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41F99-EFF0-4B69-AEF8-9E5E4DDC088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087030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67E061-5275-FA7D-EB94-2286E7F7AE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40FAE082-CC3B-DDE6-0FE4-2AEEAD3695D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5D119DD-F1F5-5A49-705F-55DE5A6B55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A9868BA-C2CF-01AC-B462-86977E46E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AB8722-396E-45C3-A093-33D3DA872A4C}" type="datetimeFigureOut">
              <a:rPr lang="de-DE" smtClean="0"/>
              <a:t>06.04.2026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C74E3A5-04AC-E1FF-756B-E3D2C0534E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8522FF7-493B-5F0A-84FA-252D97432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41F99-EFF0-4B69-AEF8-9E5E4DDC088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682581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10B1C0-10C8-4895-D3E2-D1F8240138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E012CEA-F99C-A1F7-CD9C-4A4DB84C6E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04815F8-248F-E958-4201-3AB279898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AB8722-396E-45C3-A093-33D3DA872A4C}" type="datetimeFigureOut">
              <a:rPr lang="de-DE" smtClean="0"/>
              <a:t>06.04.2026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0324F47-0292-450E-308A-21C1FAB1B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D4CF804-7969-C77E-0243-A353C79DA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41F99-EFF0-4B69-AEF8-9E5E4DDC088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1748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64468EC5-CE51-37DB-5F26-A3FBC25576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2801DCA-C186-6AD9-6B65-0E47B584E7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30BEF25-FDB6-F926-1A99-42D52C4A77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AB8722-396E-45C3-A093-33D3DA872A4C}" type="datetimeFigureOut">
              <a:rPr lang="de-DE" smtClean="0"/>
              <a:t>06.04.2026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C5CD66C-F8FC-8480-909F-1E82D951E9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C80EB3B-95C3-CFBD-C46E-3058A8BCE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41F99-EFF0-4B69-AEF8-9E5E4DDC088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417733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9D49A67A-CAE5-D9DD-2AAF-B2E5B2996E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BB53822-80D4-7078-FD24-36C6AA9502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9571BDD-2F89-4ADF-3C97-701FB48572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AB8722-396E-45C3-A093-33D3DA872A4C}" type="datetimeFigureOut">
              <a:rPr lang="de-DE" smtClean="0"/>
              <a:t>06.04.2026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73BA7B1-4121-4E94-2BF1-059A07241C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9B186A5-77CC-4B48-5061-1B347452B3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9641F99-EFF0-4B69-AEF8-9E5E4DDC088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076916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llipse 7">
            <a:extLst>
              <a:ext uri="{FF2B5EF4-FFF2-40B4-BE49-F238E27FC236}">
                <a16:creationId xmlns:a16="http://schemas.microsoft.com/office/drawing/2014/main" id="{388B5924-C1A5-D0AF-335D-AF8F1518C76F}"/>
              </a:ext>
            </a:extLst>
          </p:cNvPr>
          <p:cNvSpPr/>
          <p:nvPr/>
        </p:nvSpPr>
        <p:spPr>
          <a:xfrm>
            <a:off x="3183946" y="431221"/>
            <a:ext cx="5081158" cy="5081158"/>
          </a:xfrm>
          <a:prstGeom prst="ellipse">
            <a:avLst/>
          </a:prstGeom>
          <a:solidFill>
            <a:srgbClr val="ECECE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7E3C92A-9214-6D8A-ADF0-9BFD88AC24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3946" y="431221"/>
            <a:ext cx="5081158" cy="5081158"/>
          </a:xfrm>
          <a:prstGeom prst="ellipse">
            <a:avLst/>
          </a:prstGeom>
        </p:spPr>
      </p:pic>
      <p:sp>
        <p:nvSpPr>
          <p:cNvPr id="6" name="Halbbogen 5">
            <a:extLst>
              <a:ext uri="{FF2B5EF4-FFF2-40B4-BE49-F238E27FC236}">
                <a16:creationId xmlns:a16="http://schemas.microsoft.com/office/drawing/2014/main" id="{9B2BACC1-11AD-65E4-7826-0582EE2BB850}"/>
              </a:ext>
            </a:extLst>
          </p:cNvPr>
          <p:cNvSpPr/>
          <p:nvPr/>
        </p:nvSpPr>
        <p:spPr>
          <a:xfrm rot="10800000">
            <a:off x="3712366" y="1995486"/>
            <a:ext cx="3993358" cy="3133726"/>
          </a:xfrm>
          <a:prstGeom prst="blockArc">
            <a:avLst>
              <a:gd name="adj1" fmla="val 10741318"/>
              <a:gd name="adj2" fmla="val 88769"/>
              <a:gd name="adj3" fmla="val 16228"/>
            </a:avLst>
          </a:prstGeom>
          <a:solidFill>
            <a:srgbClr val="ECECE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41AD8C17-499B-0FAF-136C-16C7C0354D20}"/>
              </a:ext>
            </a:extLst>
          </p:cNvPr>
          <p:cNvSpPr txBox="1"/>
          <p:nvPr/>
        </p:nvSpPr>
        <p:spPr>
          <a:xfrm>
            <a:off x="4289345" y="3825240"/>
            <a:ext cx="2870359" cy="1074420"/>
          </a:xfrm>
          <a:prstGeom prst="rect">
            <a:avLst/>
          </a:prstGeom>
          <a:noFill/>
        </p:spPr>
        <p:txBody>
          <a:bodyPr wrap="square" rtlCol="0">
            <a:prstTxWarp prst="textArchDown">
              <a:avLst>
                <a:gd name="adj" fmla="val 21089092"/>
              </a:avLst>
            </a:prstTxWarp>
            <a:spAutoFit/>
          </a:bodyPr>
          <a:lstStyle/>
          <a:p>
            <a:pPr algn="ctr"/>
            <a:r>
              <a:rPr lang="de-DE" sz="2800" b="1" spc="600" dirty="0">
                <a:latin typeface="Monotype Corsiva" panose="03010101010201010101" pitchFamily="66" charset="0"/>
              </a:rPr>
              <a:t>CRESCENDO</a:t>
            </a:r>
          </a:p>
        </p:txBody>
      </p:sp>
    </p:spTree>
    <p:extLst>
      <p:ext uri="{BB962C8B-B14F-4D97-AF65-F5344CB8AC3E}">
        <p14:creationId xmlns:p14="http://schemas.microsoft.com/office/powerpoint/2010/main" val="38370562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</Words>
  <Application>Microsoft Office PowerPoint</Application>
  <PresentationFormat>Breitbild</PresentationFormat>
  <Paragraphs>1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Monotype Corsiva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Hartmann</dc:creator>
  <cp:lastModifiedBy>Stefan Hartmann</cp:lastModifiedBy>
  <cp:revision>1</cp:revision>
  <dcterms:created xsi:type="dcterms:W3CDTF">2026-04-06T11:37:15Z</dcterms:created>
  <dcterms:modified xsi:type="dcterms:W3CDTF">2026-04-06T15:55:59Z</dcterms:modified>
</cp:coreProperties>
</file>