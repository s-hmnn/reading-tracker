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CD550-CC07-2C34-1070-237E026A0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E52BEA-1232-AEDD-D674-15F68EF2B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57E9CD-2248-109F-19BB-4FC9F7D3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60C543-4735-3499-88C2-C18B6FA2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D9A6FC-B4A4-BA02-5CD2-59545C34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2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972F6A-CF57-0E97-730B-1F949BAF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E6118-77FA-8379-13A1-94D9C23E5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47BC9F-C647-6BB8-BFAB-79FA5A77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D5C6E5-44CE-787F-5D06-C9E08566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DDA7F5-2D42-5B63-E271-3264489C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682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F50AB-5560-9660-28D9-0E3B8572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0A8F76-1D02-6177-90C3-D5542826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6D9B95-A1F2-E3F6-27FA-22906E2E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FC3F28-1BFA-7033-F851-D71EFC5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CA6935-1551-F7C3-0E4C-5E64E1C0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65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7A450-0AF0-7AAB-8018-ECDD586A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2E4DDD-F888-72E4-3B19-7FB7F2C39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781139-401F-127A-305A-D2489FEFA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AA52DC-1C20-7350-0FBC-62E691C7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1A0E2C-487B-3931-D39B-DCC7F3D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DCA19F-C637-6072-DF28-1F5ACF92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62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C03AD-109F-6F38-7A25-BE90CBD5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BEA46C-B51F-E7DF-1BF0-71EEF7647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807F00-49F1-144E-F962-9680C9D6B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90385DA-B25E-3E86-ADEB-04FFC7FE0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162259-DAE6-89B7-3096-2217761A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A441AF-ADA9-328F-9237-B592F985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FB36A3A-8460-E760-BB18-E7F8915A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F0E334-9111-9F20-D707-D0061D16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16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63631-6CFA-A5CB-71DD-F9C908C0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BCC9568-BD57-B031-17B4-267AB6C7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FA38BC-E56D-002D-41E9-C4AD2353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97BB52-9DBA-11CF-3D34-BA836075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5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155446C-DB04-7E64-1E53-018E59B7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C5B5E1-CA38-5570-5588-0703C8C0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E73551-CA38-FD8C-5B55-41E2901D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9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494F94-6AD8-4523-BEF4-CB10E98E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E3A06-AF59-55A5-32B5-D2653E760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D0980C-9D9D-5D27-626E-601DB93B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676FDF-C548-ED5F-2048-7A9EABF6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A15DBA-9F17-35F1-CC3E-AE59EDA1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6268D3-39C5-E86E-2F0C-0555B23A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70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7E061-5275-FA7D-EB94-2286E7F7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0FAE082-CC3B-DDE6-0FE4-2AEEAD369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D119DD-F1F5-5A49-705F-55DE5A6B5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9868BA-C2CF-01AC-B462-86977E46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74E3A5-04AC-E1FF-756B-E3D2C053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522FF7-493B-5F0A-84FA-252D9743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25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0B1C0-10C8-4895-D3E2-D1F82401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012CEA-F99C-A1F7-CD9C-4A4DB84C6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4815F8-248F-E958-4201-3AB27989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324F47-0292-450E-308A-21C1FAB1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4CF804-7969-C77E-0243-A353C79D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4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468EC5-CE51-37DB-5F26-A3FBC25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801DCA-C186-6AD9-6B65-0E47B584E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0BEF25-FDB6-F926-1A99-42D52C4A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5CD66C-F8FC-8480-909F-1E82D951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80EB3B-95C3-CFBD-C46E-3058A8BC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77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D49A67A-CAE5-D9DD-2AAF-B2E5B299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B53822-80D4-7078-FD24-36C6AA950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71BDD-2F89-4ADF-3C97-701FB4857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B8722-396E-45C3-A093-33D3DA872A4C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3BA7B1-4121-4E94-2BF1-059A07241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B186A5-77CC-4B48-5061-1B347452B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41F99-EFF0-4B69-AEF8-9E5E4DDC0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69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388B5924-C1A5-D0AF-335D-AF8F1518C76F}"/>
              </a:ext>
            </a:extLst>
          </p:cNvPr>
          <p:cNvSpPr/>
          <p:nvPr/>
        </p:nvSpPr>
        <p:spPr>
          <a:xfrm>
            <a:off x="3183946" y="431221"/>
            <a:ext cx="5081158" cy="5081158"/>
          </a:xfrm>
          <a:prstGeom prst="ellipse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ACC3E2E-42CF-6414-AC1B-BC519DB2FD01}"/>
              </a:ext>
            </a:extLst>
          </p:cNvPr>
          <p:cNvGrpSpPr/>
          <p:nvPr/>
        </p:nvGrpSpPr>
        <p:grpSpPr>
          <a:xfrm>
            <a:off x="3183946" y="431221"/>
            <a:ext cx="5081158" cy="5081158"/>
            <a:chOff x="3183946" y="431221"/>
            <a:chExt cx="5081158" cy="508115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57E3C92A-9214-6D8A-ADF0-9BFD88AC2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946" y="431221"/>
              <a:ext cx="5081158" cy="5081158"/>
            </a:xfrm>
            <a:prstGeom prst="ellipse">
              <a:avLst/>
            </a:prstGeom>
          </p:spPr>
        </p:pic>
        <p:sp>
          <p:nvSpPr>
            <p:cNvPr id="6" name="Halbbogen 5">
              <a:extLst>
                <a:ext uri="{FF2B5EF4-FFF2-40B4-BE49-F238E27FC236}">
                  <a16:creationId xmlns:a16="http://schemas.microsoft.com/office/drawing/2014/main" id="{9B2BACC1-11AD-65E4-7826-0582EE2BB850}"/>
                </a:ext>
              </a:extLst>
            </p:cNvPr>
            <p:cNvSpPr/>
            <p:nvPr/>
          </p:nvSpPr>
          <p:spPr>
            <a:xfrm rot="10800000">
              <a:off x="3712366" y="1995486"/>
              <a:ext cx="3993358" cy="3133726"/>
            </a:xfrm>
            <a:prstGeom prst="blockArc">
              <a:avLst>
                <a:gd name="adj1" fmla="val 10741318"/>
                <a:gd name="adj2" fmla="val 88769"/>
                <a:gd name="adj3" fmla="val 16228"/>
              </a:avLst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41AD8C17-499B-0FAF-136C-16C7C0354D20}"/>
                </a:ext>
              </a:extLst>
            </p:cNvPr>
            <p:cNvSpPr txBox="1"/>
            <p:nvPr/>
          </p:nvSpPr>
          <p:spPr>
            <a:xfrm>
              <a:off x="4289345" y="3825240"/>
              <a:ext cx="2870359" cy="1074420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1089092"/>
                </a:avLst>
              </a:prstTxWarp>
              <a:spAutoFit/>
            </a:bodyPr>
            <a:lstStyle/>
            <a:p>
              <a:pPr algn="ctr"/>
              <a:r>
                <a:rPr lang="de-DE" sz="2800" b="1" spc="600" dirty="0">
                  <a:latin typeface="Monotype Corsiva" panose="03010101010201010101" pitchFamily="66" charset="0"/>
                </a:rPr>
                <a:t>CRESCENDO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056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Monotype Corsiva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Hartmann</dc:creator>
  <cp:lastModifiedBy>Stefan Hartmann</cp:lastModifiedBy>
  <cp:revision>2</cp:revision>
  <dcterms:created xsi:type="dcterms:W3CDTF">2026-04-06T11:37:15Z</dcterms:created>
  <dcterms:modified xsi:type="dcterms:W3CDTF">2026-04-10T07:08:36Z</dcterms:modified>
</cp:coreProperties>
</file>